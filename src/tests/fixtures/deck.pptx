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Launch beta</a:t>
            </a:r>
          </a:p>
          <a:p>
            <a:r>
              <a:t>Q2: Add billing</a:t>
            </a:r>
          </a:p>
          <a:p>
            <a:r>
              <a:t>Q3: Scale infra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Hiring delays</a:t>
            </a:r>
          </a:p>
          <a:p>
            <a:r>
              <a:t>Vendor lock-in</a:t>
            </a:r>
          </a:p>
          <a:p>
            <a:r>
              <a:t>Security audit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