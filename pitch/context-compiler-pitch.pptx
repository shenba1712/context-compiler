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 read files to do work. Every read costs tokens. Context Compiler returns only what the task needs, under a hard budget. Demo numbers on the right are measured, not projected.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pain is invisible because it's distributed: no single read is expensive, but agent workflows re-read files constantly. The math on the right is one document, one thousand reads.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ADRs: BM25 default because it's deterministic, offline and free — privacy is a feature; the file never leaves the machine unless rerank is enabled. Tables are atomic because trimming a row silently changes answers. Budget is enforced on the assembled output including the manifest.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this slide came out of the repo's test runs: chunking, budget enforcement, cache hits, MCP handshake, and the docx integration test. The parity panel is live in the demo — judges can break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Positioning: converters are commodities and we deliberately build on them. The moat attempt is the packaging — task + budget in, guaranteed-size context out — and MCP-native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tagline. If asked about the video cut: it's a scope decision documented in the README — audio-track transcription slots into the same convert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Compiler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answer. 3% of the tokens.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352044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task-aware, token-budgeted context layer for AI agents — plug in via MCP or the hosted demo.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06640" y="1965960"/>
            <a:ext cx="4114800" cy="2514600"/>
          </a:xfrm>
          <a:prstGeom prst="roundRect">
            <a:avLst>
              <a:gd name="adj" fmla="val 2909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100-page document, one question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80960" y="25603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F87171"/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file — 20,364 tokens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80960" y="3246120"/>
            <a:ext cx="411480" cy="457200"/>
          </a:xfrm>
          <a:prstGeom prst="roundRect">
            <a:avLst>
              <a:gd name="adj" fmla="val 11111"/>
            </a:avLst>
          </a:prstGeom>
          <a:solidFill>
            <a:srgbClr val="4ADE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229600" y="3246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— 591 tokens (97% less)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8096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verified: unit tests + recall eval + live runs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× NamasteDev Codex Hackathon · July 2026 · solo build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pay to read pages they don't need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720901"/>
            <a:ext cx="261518" cy="2615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5270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Whole-file reads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417320" y="190195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convert and ingest entire documents to answer a single question — every time.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971800"/>
            <a:ext cx="502920" cy="50292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3092501"/>
            <a:ext cx="261518" cy="26151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28986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95%+ never touches the answer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417320" y="327355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relevant clause is 2 pages of 100. The other 98 are pure token spend.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4343400"/>
            <a:ext cx="502920" cy="502920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446410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427024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compounds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17320" y="464515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× every question × every agent × every day. Context windows fill, latency and cost climb.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223760" y="1600200"/>
            <a:ext cx="4297680" cy="1920240"/>
          </a:xfrm>
          <a:prstGeom prst="roundRect">
            <a:avLst>
              <a:gd name="adj" fmla="val 3810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498080" y="18288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$61 </a:t>
            </a:r>
            <a:pPr algn="ctr" indent="0" marL="0">
              <a:buNone/>
            </a:pPr>
            <a:r>
              <a:rPr lang="en-US" sz="4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pPr algn="ctr" indent="0" marL="0">
              <a:buNone/>
            </a:pPr>
            <a:r>
              <a:rPr lang="en-US" sz="4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</a:t>
            </a:r>
            <a:endParaRPr lang="en-US" sz="4000" dirty="0"/>
          </a:p>
        </p:txBody>
      </p:sp>
      <p:sp>
        <p:nvSpPr>
          <p:cNvPr id="17" name="Text 12"/>
          <p:cNvSpPr/>
          <p:nvPr/>
        </p:nvSpPr>
        <p:spPr>
          <a:xfrm>
            <a:off x="7498080" y="26060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reads of one 100-page document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 $3/Mtok input — demo cost meter default)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223760" y="3794760"/>
            <a:ext cx="4297680" cy="1920240"/>
          </a:xfrm>
          <a:prstGeom prst="roundRect">
            <a:avLst>
              <a:gd name="adj" fmla="val 3810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7498080" y="40233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4400" dirty="0"/>
          </a:p>
        </p:txBody>
      </p:sp>
      <p:sp>
        <p:nvSpPr>
          <p:cNvPr id="20" name="Text 15"/>
          <p:cNvSpPr/>
          <p:nvPr/>
        </p:nvSpPr>
        <p:spPr>
          <a:xfrm>
            <a:off x="7498080" y="48006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file tokens are wasted per task 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pdf, docx, xlsx, pptx, images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A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compile_context(file, task, budget)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call in — guaranteed-size, task-relevant markdown out.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markitdown subprocess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content-hash cache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08960" y="2560320"/>
            <a:ext cx="320040" cy="0"/>
          </a:xfrm>
          <a:prstGeom prst="line">
            <a:avLst/>
          </a:prstGeom>
          <a:noFill/>
          <a:ln w="19050">
            <a:solidFill>
              <a:srgbClr val="9AA0B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7472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5760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heading-aware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never split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0" y="2560320"/>
            <a:ext cx="320040" cy="0"/>
          </a:xfrm>
          <a:prstGeom prst="line">
            <a:avLst/>
          </a:prstGeom>
          <a:noFill/>
          <a:ln w="19050">
            <a:solidFill>
              <a:srgbClr val="9AA0B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0936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9224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query cleanup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stopwords / honorifics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78240" y="2560320"/>
            <a:ext cx="320040" cy="0"/>
          </a:xfrm>
          <a:prstGeom prst="line">
            <a:avLst/>
          </a:prstGeom>
          <a:noFill/>
          <a:ln w="19050">
            <a:solidFill>
              <a:srgbClr val="9AA0B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44000" y="1874520"/>
            <a:ext cx="2423160" cy="1371600"/>
          </a:xfrm>
          <a:prstGeom prst="roundRect">
            <a:avLst>
              <a:gd name="adj" fmla="val 5333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2057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0" y="24688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pack under budget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floor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7947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069080"/>
            <a:ext cx="457200" cy="45720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4178808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554480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into any agent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554480" y="448056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with two tools: compile_context + expand_section. Two lines of config in Cursor, Claude Code, Codex, or Claude Desktop. Web demo for everyone else.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309360" y="379476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83680" y="4069080"/>
            <a:ext cx="457200" cy="457200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4178808"/>
            <a:ext cx="237744" cy="23774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223760" y="40690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recall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7223760" y="448056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response ends with a manifest of omitted sections — the agent always knows what it didn't see, and can fetch any section by id. Trimming is transparent, never silent.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promised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783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60120" y="26974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reduction on a real 78-section docx, answer intact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4340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1783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EA8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34×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663440" y="26974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 per read — and cached, so repeat reads are instant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554480"/>
            <a:ext cx="3429000" cy="2011680"/>
          </a:xfrm>
          <a:prstGeom prst="roundRect">
            <a:avLst>
              <a:gd name="adj" fmla="val 363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75320" y="17830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Parity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366760" y="2697480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file vs compile (+ Include in Prove expands) — dual buttons; not an Agent run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10972800" cy="2057400"/>
          </a:xfrm>
          <a:prstGeom prst="roundRect">
            <a:avLst>
              <a:gd name="adj" fmla="val 355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1605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vendor_handbook.docx · “How long do refunds take and who approves large ones?” · budget 1,200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4617720"/>
            <a:ext cx="9966960" cy="457200"/>
          </a:xfrm>
          <a:prstGeom prst="roundRect">
            <a:avLst>
              <a:gd name="adj" fmla="val 10000"/>
            </a:avLst>
          </a:prstGeom>
          <a:solidFill>
            <a:srgbClr val="F8717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— 20,364 tokens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5257800"/>
            <a:ext cx="320040" cy="457200"/>
          </a:xfrm>
          <a:prstGeom prst="roundRect">
            <a:avLst>
              <a:gd name="adj" fmla="val 14286"/>
            </a:avLst>
          </a:prstGeom>
          <a:solidFill>
            <a:srgbClr val="4ADE8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371600" y="52578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— 591 tokens · answer intact · verified by test suite + recall eval + MCP run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converter — the layer above them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converters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084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MarkItDown · Docling · LlamaParse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in → all of it out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cost unchanged — the model still reads everything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notion of the task or a budget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508760"/>
            <a:ext cx="5394960" cy="3017520"/>
          </a:xfrm>
          <a:prstGeom prst="roundRect">
            <a:avLst>
              <a:gd name="adj" fmla="val 2424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Compiler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0848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converters underneath — rides their improvements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5146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Task-aware: returns only sections that matter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slider: Compile hard pack + Agent soft ceiling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+ peek / Include in Prove / expand_section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needs it: </a:t>
            </a:r>
            <a:pPr indent="0" marL="0">
              <a:buNone/>
            </a:pPr>
            <a:r>
              <a:rPr lang="en-US" sz="1400" dirty="0" b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wiring agents to documents. The MCP ecosystem — Cursor, Claude, Codex, and growing — is the distribution rail: adoption is one config entry, not a new workflow.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64208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508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recall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371600" y="1847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Honorific/filler query cleanup + offline recall eval shipped; local embeddings next for paraphrase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4ADE80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80720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651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Multi-file corpora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1371600" y="2990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across folders; shared conversion-cache gateway for teams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95020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3794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&amp; audio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1371600" y="4133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 into the same pipeline (deliberately cut for scope, not feasibility)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6EA8FE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09320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71600" y="4937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context-compiler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71600" y="5276088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install for any MCP client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7223760" y="1554480"/>
            <a:ext cx="4297680" cy="4160520"/>
          </a:xfrm>
          <a:prstGeom prst="roundRect">
            <a:avLst>
              <a:gd name="adj" fmla="val 1758"/>
            </a:avLst>
          </a:prstGeom>
          <a:solidFill>
            <a:srgbClr val="181B23"/>
          </a:solidFill>
          <a:ln w="12700">
            <a:solidFill>
              <a:srgbClr val="2A2E3A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498080" y="17830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7498080" y="22860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A8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 Docker / Render deploy of this repo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A8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repo:  github.com/shenba1712/context-compiler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7498080" y="32461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budget slider → Compile (spinner banner). Peek omitted sections; Include in Prove only for parity. Run agent = soft ceiling + SSE + optional Compare. Gemini → OpenRouter failover.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498080" y="4846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paying for pages your agent doesn't read.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2026-07-16T22:08:29Z</dcterms:created>
  <dcterms:modified xsi:type="dcterms:W3CDTF">2026-07-16T22:08:29Z</dcterms:modified>
</cp:coreProperties>
</file>