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417320"/>
            <a:ext cx="6309360" cy="3977639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417320"/>
            <a:ext cx="6309360" cy="73152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5760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cs typeface="Georgia"/>
                <a:ea typeface="Georgia"/>
                <a:solidFill>
                  <a:srgbClr val="1A221E"/>
                </a:solidFill>
                <a:latin typeface="Georgia"/>
              </a:rPr>
              <a:t>Context </a:t>
            </a:r>
            <a:r>
              <a:rPr sz="4200" b="1">
                <a:cs typeface="Georgia"/>
                <a:ea typeface="Georgia"/>
                <a:solidFill>
                  <a:srgbClr val="1F5C42"/>
                </a:solidFill>
                <a:latin typeface="Georgia"/>
              </a:rPr>
              <a:t>Compiler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06040"/>
            <a:ext cx="56692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cs typeface="Menlo"/>
                <a:ea typeface="Menlo"/>
                <a:solidFill>
                  <a:srgbClr val="1F5C42"/>
                </a:solidFill>
                <a:latin typeface="Menlo"/>
              </a:rPr>
              <a:t>WORKS IN YOUR AGENT  ·  RUNS OFFLINE  ·  NO KEY TO COMPILE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56692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Same answer. About 3% of the tokens.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03320"/>
            <a:ext cx="557784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You give it a file, a question, and a token budget. You get the useful parts back as text, plus a clear list of what it skipped.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30936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cs typeface="Menlo"/>
                <a:ea typeface="Menlo"/>
                <a:solidFill>
                  <a:srgbClr val="5C6B62"/>
                </a:solidFill>
                <a:latin typeface="Menlo"/>
              </a:rPr>
              <a:t>OpenAI × NamasteDev Codex Hackathon  ·  July 2026  ·  solo build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1417320"/>
            <a:ext cx="4297680" cy="3977639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1645920"/>
            <a:ext cx="38404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cs typeface="Helvetica"/>
                <a:ea typeface="Helvetica"/>
                <a:solidFill>
                  <a:srgbClr val="B8D0C4"/>
                </a:solidFill>
                <a:latin typeface="Helvetica"/>
              </a:rPr>
              <a:t>One vendor handbook · one refunds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194560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cs typeface="Helvetica"/>
                <a:ea typeface="Helvetica"/>
                <a:solidFill>
                  <a:srgbClr val="E8F0EB"/>
                </a:solidFill>
                <a:latin typeface="Helvetica"/>
              </a:rPr>
              <a:t>Whole 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194560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cs typeface="Menlo"/>
                <a:ea typeface="Menlo"/>
                <a:solidFill>
                  <a:srgbClr val="E8F0EB"/>
                </a:solidFill>
                <a:latin typeface="Menlo"/>
              </a:rPr>
              <a:t>20,364 tokens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2560320"/>
            <a:ext cx="3749039" cy="164592"/>
          </a:xfrm>
          <a:prstGeom prst="rect">
            <a:avLst/>
          </a:prstGeom>
          <a:solidFill>
            <a:srgbClr val="2A4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20" y="2560320"/>
            <a:ext cx="3749039" cy="164592"/>
          </a:xfrm>
          <a:prstGeom prst="rect">
            <a:avLst/>
          </a:prstGeom>
          <a:solidFill>
            <a:srgbClr val="9AA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971800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cs typeface="Helvetica"/>
                <a:ea typeface="Helvetica"/>
                <a:solidFill>
                  <a:srgbClr val="E8F0EB"/>
                </a:solidFill>
                <a:latin typeface="Helvetica"/>
              </a:rPr>
              <a:t>Compiled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2971800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cs typeface="Menlo"/>
                <a:ea typeface="Menlo"/>
                <a:solidFill>
                  <a:srgbClr val="E8F0EB"/>
                </a:solidFill>
                <a:latin typeface="Menlo"/>
              </a:rPr>
              <a:t>591 tokens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3337560"/>
            <a:ext cx="3749039" cy="164592"/>
          </a:xfrm>
          <a:prstGeom prst="rect">
            <a:avLst/>
          </a:prstGeom>
          <a:solidFill>
            <a:srgbClr val="2A4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0" y="3337560"/>
            <a:ext cx="164592" cy="164592"/>
          </a:xfrm>
          <a:prstGeom prst="rect">
            <a:avLst/>
          </a:prstGeom>
          <a:solidFill>
            <a:srgbClr val="8FC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3794760"/>
            <a:ext cx="38404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cs typeface="Georgia"/>
                <a:ea typeface="Georgia"/>
                <a:solidFill>
                  <a:srgbClr val="E8F0EB"/>
                </a:solidFill>
                <a:latin typeface="Georgia"/>
              </a:rPr>
              <a:t>97% fewer tokens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B8D0C4"/>
                </a:solidFill>
                <a:latin typeface="Helvetica"/>
              </a:rPr>
              <a:t>Same facts. Every read.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100" b="0">
                <a:cs typeface="Helvetica"/>
                <a:ea typeface="Helvetica"/>
                <a:solidFill>
                  <a:srgbClr val="B8D0C4"/>
                </a:solidFill>
                <a:latin typeface="Helvetica"/>
              </a:rPr>
              <a:t>Checked with tests, a recall eval, and live runs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9260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THE HABIT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48640"/>
            <a:ext cx="109728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cs typeface="Georgia"/>
                <a:ea typeface="Georgia"/>
                <a:solidFill>
                  <a:srgbClr val="1A221E"/>
                </a:solidFill>
                <a:latin typeface="Georgia"/>
              </a:rPr>
              <a:t>Agents pay to read pages they don’t need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25880"/>
            <a:ext cx="6400800" cy="109728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91440" cy="109728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90472"/>
            <a:ext cx="502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490472"/>
            <a:ext cx="5303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Whole-file habit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828800"/>
            <a:ext cx="5303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To answer one question, agents often load the entire document.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560320"/>
            <a:ext cx="6400800" cy="109728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560320"/>
            <a:ext cx="91440" cy="109728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24912"/>
            <a:ext cx="502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24912"/>
            <a:ext cx="5303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Most of it never helps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63240"/>
            <a:ext cx="5303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Maybe 2 useful pages out of 100. The rest is pure spend.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6400800" cy="109728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3794760"/>
            <a:ext cx="91440" cy="109728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59352"/>
            <a:ext cx="502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959352"/>
            <a:ext cx="5303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Then it multiplies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297680"/>
            <a:ext cx="5303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Every file, every question, every agent, every day. Cost and latency climb together.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20" y="1325880"/>
            <a:ext cx="4251960" cy="196596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1645920"/>
            <a:ext cx="374903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cs typeface="Georgia"/>
                <a:ea typeface="Georgia"/>
                <a:solidFill>
                  <a:srgbClr val="E8F0EB"/>
                </a:solidFill>
                <a:latin typeface="Georgia"/>
              </a:rPr>
              <a:t>$61 → $2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2377440"/>
            <a:ext cx="3749039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B8D0C4"/>
                </a:solidFill>
                <a:latin typeface="Helvetica"/>
              </a:rPr>
              <a:t>per 1,000 reads of one 100-page document (at $3 per million input tokens; same default as the demo cost meter)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3474720"/>
            <a:ext cx="4251960" cy="196596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60920" y="3474720"/>
            <a:ext cx="4251960" cy="54864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35240" y="3794760"/>
            <a:ext cx="374903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cs typeface="Georgia"/>
                <a:ea typeface="Georgia"/>
                <a:solidFill>
                  <a:srgbClr val="1F5C42"/>
                </a:solidFill>
                <a:latin typeface="Georgia"/>
              </a:rPr>
              <a:t>~95%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4526280"/>
            <a:ext cx="3749039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of the file’s tokens often unused for a single task (pdf, docx, xlsx, pptx, images)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9260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4864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cs typeface="Georgia"/>
                <a:ea typeface="Georgia"/>
                <a:solidFill>
                  <a:srgbClr val="1A221E"/>
                </a:solidFill>
                <a:latin typeface="Georgia"/>
              </a:rPr>
              <a:t>Who it’s for, and where it 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Who needs this, why we built it, what’s different, and how it sits next to converters.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645920"/>
            <a:ext cx="5303520" cy="201168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645920"/>
            <a:ext cx="5303520" cy="54864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cs typeface="Helvetica"/>
                <a:ea typeface="Helvetica"/>
                <a:solidFill>
                  <a:srgbClr val="1F5C42"/>
                </a:solidFill>
                <a:latin typeface="Helvetica"/>
              </a:rPr>
              <a:t>Who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475488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People wiring coding agents and document agents. Cursor, Claude Code, Codex, internal platforms.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645920"/>
            <a:ext cx="5303520" cy="201168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645920"/>
            <a:ext cx="5303520" cy="54864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92024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cs typeface="Helvetica"/>
                <a:ea typeface="Helvetica"/>
                <a:solidFill>
                  <a:srgbClr val="1F5C42"/>
                </a:solidFill>
                <a:latin typeface="Helvetica"/>
              </a:rPr>
              <a:t>Why it exists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423160"/>
            <a:ext cx="475488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Reading whole files is getting expensive. The same manuals and reports get reopened for different questions.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977639"/>
            <a:ext cx="5303520" cy="201168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51959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cs typeface="Helvetica"/>
                <a:ea typeface="Helvetica"/>
                <a:solidFill>
                  <a:srgbClr val="E8F0EB"/>
                </a:solidFill>
                <a:latin typeface="Helvetica"/>
              </a:rPr>
              <a:t>What’s different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54879"/>
            <a:ext cx="475488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B8D0C4"/>
                </a:solidFill>
                <a:latin typeface="Helvetica"/>
              </a:rPr>
              <a:t>We do one job. Under a hard token budget, pick what the agent needs. We are not building a full search product.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977639"/>
            <a:ext cx="5303520" cy="201168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977639"/>
            <a:ext cx="5303520" cy="54864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251959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cs typeface="Helvetica"/>
                <a:ea typeface="Helvetica"/>
                <a:solidFill>
                  <a:srgbClr val="1F5C42"/>
                </a:solidFill>
                <a:latin typeface="Helvetica"/>
              </a:rPr>
              <a:t>Where it fits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754879"/>
            <a:ext cx="475488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A converter gives you the whole file as text. We give you a budgeted slice, and we tell you what we left out so you can pull more if you need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9260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48640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cs typeface="Georgia"/>
                <a:ea typeface="Georgia"/>
                <a:solidFill>
                  <a:srgbClr val="1A221E"/>
                </a:solidFill>
                <a:latin typeface="Georgia"/>
              </a:rPr>
              <a:t>File in. Useful parts out. Under your budget.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5156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You set the ceiling. The agent gets readable text, plus a list of skipped sections.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554480"/>
            <a:ext cx="2514600" cy="1874519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54480"/>
            <a:ext cx="2514600" cy="54864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Convert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21945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Turn the file into text. Cache it so repeats are cheap.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27248" y="2377440"/>
            <a:ext cx="146304" cy="36576"/>
          </a:xfrm>
          <a:prstGeom prst="rect">
            <a:avLst/>
          </a:prstGeom>
          <a:solidFill>
            <a:srgbClr val="A8B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554480"/>
            <a:ext cx="2514600" cy="1874519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554480"/>
            <a:ext cx="2514600" cy="54864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737360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057400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468880"/>
            <a:ext cx="21945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Break on headings. Keep tables whole.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24728" y="2377440"/>
            <a:ext cx="146304" cy="36576"/>
          </a:xfrm>
          <a:prstGeom prst="rect">
            <a:avLst/>
          </a:prstGeom>
          <a:solidFill>
            <a:srgbClr val="A8B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89320" y="1554480"/>
            <a:ext cx="2514600" cy="1874519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89320" y="1554480"/>
            <a:ext cx="2514600" cy="54864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1737360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057400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Rank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468880"/>
            <a:ext cx="21945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Match sections to the question on your machine. Compile does not call a model.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22208" y="2377440"/>
            <a:ext cx="146304" cy="36576"/>
          </a:xfrm>
          <a:prstGeom prst="rect">
            <a:avLst/>
          </a:prstGeom>
          <a:solidFill>
            <a:srgbClr val="A8B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1554480"/>
            <a:ext cx="2514600" cy="1874519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1554480"/>
            <a:ext cx="2514600" cy="54864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0" y="1737360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057400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Pack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2468880"/>
            <a:ext cx="21945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Pack the strongest sections until the question is covered, then stop.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3749039"/>
            <a:ext cx="5303520" cy="233172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" y="3749039"/>
            <a:ext cx="91440" cy="23317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23360"/>
            <a:ext cx="47091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Plug in, or try it here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572000"/>
            <a:ext cx="470916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Use it from Cursor, Claude Code, Codex, or Claude Desktop. Or try the web demo. Compile needs no API key.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3749039"/>
            <a:ext cx="5303520" cy="23317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4023360"/>
            <a:ext cx="47091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cs typeface="Helvetica"/>
                <a:ea typeface="Helvetica"/>
                <a:solidFill>
                  <a:srgbClr val="E8F0EB"/>
                </a:solidFill>
                <a:latin typeface="Helvetica"/>
              </a:rPr>
              <a:t>Honest about cuts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572000"/>
            <a:ext cx="470916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B8D0C4"/>
                </a:solidFill>
                <a:latin typeface="Helvetica"/>
              </a:rPr>
              <a:t>Every result lists what was left out. Open a skipped section when you need more of a chapter. Nothing disappears quietly.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9260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DEMO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48640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cs typeface="Georgia"/>
                <a:ea typeface="Georgia"/>
                <a:solidFill>
                  <a:srgbClr val="1A221E"/>
                </a:solidFill>
                <a:latin typeface="Georgia"/>
              </a:rPr>
              <a:t>What you actually get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5156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Real 78-section handbook. One refunds question. Budget 1,200 tokens.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508760"/>
            <a:ext cx="3566160" cy="201168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cs typeface="Georgia"/>
                <a:ea typeface="Georgia"/>
                <a:solidFill>
                  <a:srgbClr val="E8F0EB"/>
                </a:solidFill>
                <a:latin typeface="Georgia"/>
              </a:rPr>
              <a:t>97%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32004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B8D0C4"/>
                </a:solidFill>
                <a:latin typeface="Helvetica"/>
              </a:rPr>
              <a:t>fewer tokens, answer still intact
20,364 → 591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1508760"/>
            <a:ext cx="3566160" cy="201168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5112" y="1508760"/>
            <a:ext cx="3566160" cy="54864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78308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cs typeface="Georgia"/>
                <a:ea typeface="Georgia"/>
                <a:solidFill>
                  <a:srgbClr val="1F5C42"/>
                </a:solidFill>
                <a:latin typeface="Georgia"/>
              </a:rPr>
              <a:t>~34×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423160"/>
            <a:ext cx="32004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cheaper per read once conversion is cached; repeats come back fast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5864" y="1508760"/>
            <a:ext cx="3566160" cy="201168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55864" y="1508760"/>
            <a:ext cx="3566160" cy="54864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78308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cs typeface="Georgia"/>
                <a:ea typeface="Georgia"/>
                <a:solidFill>
                  <a:srgbClr val="1F5C42"/>
                </a:solidFill>
                <a:latin typeface="Georgia"/>
              </a:rPr>
              <a:t>Check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423160"/>
            <a:ext cx="32004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Same question, full file vs compiled slice. You compare the facts. Not the same as letting the model browse on its own.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794760"/>
            <a:ext cx="10972800" cy="237744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023360"/>
            <a:ext cx="103327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B8D0C4"/>
                </a:solidFill>
                <a:latin typeface="Helvetica"/>
              </a:rPr>
              <a:t>Story: vendor handbook  ·  “How long do refunds take and who approves large ones?”  ·  budget 1,200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572000"/>
            <a:ext cx="10332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cs typeface="Helvetica"/>
                <a:ea typeface="Helvetica"/>
                <a:solidFill>
                  <a:srgbClr val="E8F0EB"/>
                </a:solidFill>
                <a:latin typeface="Helvetica"/>
              </a:rPr>
              <a:t>Whole file: 20,364 tokens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4937760"/>
            <a:ext cx="10058400" cy="164592"/>
          </a:xfrm>
          <a:prstGeom prst="rect">
            <a:avLst/>
          </a:prstGeom>
          <a:solidFill>
            <a:srgbClr val="2A4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4937760"/>
            <a:ext cx="10058400" cy="164592"/>
          </a:xfrm>
          <a:prstGeom prst="rect">
            <a:avLst/>
          </a:prstGeom>
          <a:solidFill>
            <a:srgbClr val="9AA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257800"/>
            <a:ext cx="10332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cs typeface="Helvetica"/>
                <a:ea typeface="Helvetica"/>
                <a:solidFill>
                  <a:srgbClr val="E8F0EB"/>
                </a:solidFill>
                <a:latin typeface="Helvetica"/>
              </a:rPr>
              <a:t>Compiled: 591 tokens  ·  answer intact  ·  skipped sections listed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623560"/>
            <a:ext cx="10058400" cy="164592"/>
          </a:xfrm>
          <a:prstGeom prst="rect">
            <a:avLst/>
          </a:prstGeom>
          <a:solidFill>
            <a:srgbClr val="2A4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5623560"/>
            <a:ext cx="329184" cy="164592"/>
          </a:xfrm>
          <a:prstGeom prst="rect">
            <a:avLst/>
          </a:prstGeom>
          <a:solidFill>
            <a:srgbClr val="8FC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9260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48640"/>
            <a:ext cx="6400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cs typeface="Georgia"/>
                <a:ea typeface="Georgia"/>
                <a:solidFill>
                  <a:srgbClr val="1A221E"/>
                </a:solidFill>
                <a:latin typeface="Georgia"/>
              </a:rPr>
              <a:t>What’s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6400800" cy="96012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91440" cy="9601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457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371600"/>
            <a:ext cx="5303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Clearer paraphrase 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691640"/>
            <a:ext cx="5303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Local embeddings next. Cleanup and offline recall checks already shipped.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331720"/>
            <a:ext cx="6400800" cy="96012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331720"/>
            <a:ext cx="91440" cy="9601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80"/>
            <a:ext cx="457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468880"/>
            <a:ext cx="5303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Whole folders, not one 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788920"/>
            <a:ext cx="5303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Compile across a folder of files. Shared conversion cache for teams.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429000"/>
            <a:ext cx="6400800" cy="96012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3429000"/>
            <a:ext cx="91440" cy="9601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66160"/>
            <a:ext cx="457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566160"/>
            <a:ext cx="5303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Video and audio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886200"/>
            <a:ext cx="5303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Transcribe, then run the same pipeline.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4526280"/>
            <a:ext cx="6400800" cy="96012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4526280"/>
            <a:ext cx="91440" cy="9601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663440"/>
            <a:ext cx="457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663440"/>
            <a:ext cx="5303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One-command install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983480"/>
            <a:ext cx="5303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Quick setup for agent clients.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60920" y="1234440"/>
            <a:ext cx="4251960" cy="48463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0" y="1554480"/>
            <a:ext cx="3657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cs typeface="Georgia"/>
                <a:ea typeface="Georgia"/>
                <a:solidFill>
                  <a:srgbClr val="E8F0EB"/>
                </a:solidFill>
                <a:latin typeface="Georgia"/>
              </a:rPr>
              <a:t>Try it 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2194560"/>
            <a:ext cx="36576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B8D0C4"/>
                </a:solidFill>
                <a:latin typeface="Helvetica"/>
              </a:rPr>
              <a:t>context-compiler.onrender.com
Docker or Render from this repo
github.com/shenba1712/context-compiler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794760"/>
            <a:ext cx="3657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E8F0EB"/>
                </a:solidFill>
                <a:latin typeface="Helvetica"/>
              </a:rPr>
              <a:t>Open the demo, or wire it into Cursor, Claude Code, or Codex. Check the answer on a real doc.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5029200"/>
            <a:ext cx="3657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cs typeface="Helvetica"/>
                <a:ea typeface="Helvetica"/>
                <a:solidFill>
                  <a:srgbClr val="8FCEB0"/>
                </a:solidFill>
                <a:latin typeface="Helvetica"/>
              </a:rPr>
              <a:t>Stop paying for pages your agent doesn’t read.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