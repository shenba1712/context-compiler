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6309360" cy="3977639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6309360" cy="73152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5760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cs typeface="Georgia"/>
                <a:ea typeface="Georgia"/>
                <a:solidFill>
                  <a:srgbClr val="1A221E"/>
                </a:solidFill>
                <a:latin typeface="Georgia"/>
              </a:rPr>
              <a:t>Context </a:t>
            </a:r>
            <a:r>
              <a:rPr sz="4200" b="1">
                <a:cs typeface="Georgia"/>
                <a:ea typeface="Georgia"/>
                <a:solidFill>
                  <a:srgbClr val="1F5C42"/>
                </a:solidFill>
                <a:latin typeface="Georgia"/>
              </a:rPr>
              <a:t>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5669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cs typeface="Menlo"/>
                <a:ea typeface="Menlo"/>
                <a:solidFill>
                  <a:srgbClr val="1F5C42"/>
                </a:solidFill>
                <a:latin typeface="Menlo"/>
              </a:rPr>
              <a:t>WORKS IN YOUR AGENT  ·  RUNS OFFLINE  ·  NO KEY TO COMPILE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669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Same answer. About 3% of the tokens.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5577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Give it a file, a question, and a token budget. It returns the useful parts as markdown, and a clear list of what it left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cs typeface="Menlo"/>
                <a:ea typeface="Menlo"/>
                <a:solidFill>
                  <a:srgbClr val="5C6B62"/>
                </a:solidFill>
                <a:latin typeface="Menlo"/>
              </a:rPr>
              <a:t>OpenAI × NamasteDev Codex Hackathon  ·  July 2026  ·  solo 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417320"/>
            <a:ext cx="4297680" cy="3977639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3840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cs typeface="Helvetica"/>
                <a:ea typeface="Helvetica"/>
                <a:solidFill>
                  <a:srgbClr val="B8D0C4"/>
                </a:solidFill>
                <a:latin typeface="Helvetica"/>
              </a:rPr>
              <a:t>One real handbook · one refunds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19456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cs typeface="Helvetica"/>
                <a:ea typeface="Helvetica"/>
                <a:solidFill>
                  <a:srgbClr val="E8F0EB"/>
                </a:solidFill>
                <a:latin typeface="Helvetica"/>
              </a:rPr>
              <a:t>Whole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19456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cs typeface="Menlo"/>
                <a:ea typeface="Menlo"/>
                <a:solidFill>
                  <a:srgbClr val="E8F0EB"/>
                </a:solidFill>
                <a:latin typeface="Menlo"/>
              </a:rPr>
              <a:t>20,364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560320"/>
            <a:ext cx="3749039" cy="164592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2560320"/>
            <a:ext cx="3749039" cy="164592"/>
          </a:xfrm>
          <a:prstGeom prst="rect">
            <a:avLst/>
          </a:prstGeom>
          <a:solidFill>
            <a:srgbClr val="9A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297180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cs typeface="Helvetica"/>
                <a:ea typeface="Helvetica"/>
                <a:solidFill>
                  <a:srgbClr val="E8F0EB"/>
                </a:solidFill>
                <a:latin typeface="Helvetica"/>
              </a:rPr>
              <a:t>Compiled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97180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cs typeface="Menlo"/>
                <a:ea typeface="Menlo"/>
                <a:solidFill>
                  <a:srgbClr val="E8F0EB"/>
                </a:solidFill>
                <a:latin typeface="Menlo"/>
              </a:rPr>
              <a:t>591 tokens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337560"/>
            <a:ext cx="3749039" cy="164592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3337560"/>
            <a:ext cx="164592" cy="164592"/>
          </a:xfrm>
          <a:prstGeom prst="rect">
            <a:avLst/>
          </a:prstGeom>
          <a:solidFill>
            <a:srgbClr val="8FC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794760"/>
            <a:ext cx="38404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cs typeface="Georgia"/>
                <a:ea typeface="Georgia"/>
                <a:solidFill>
                  <a:srgbClr val="E8F0EB"/>
                </a:solidFill>
                <a:latin typeface="Georgia"/>
              </a:rPr>
              <a:t>97% fewer tokens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B8D0C4"/>
                </a:solidFill>
                <a:latin typeface="Helvetica"/>
              </a:rPr>
              <a:t>Same facts. Every read.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100" b="0">
                <a:cs typeface="Helvetica"/>
                <a:ea typeface="Helvetica"/>
                <a:solidFill>
                  <a:srgbClr val="B8D0C4"/>
                </a:solidFill>
                <a:latin typeface="Helvetica"/>
              </a:rPr>
              <a:t>Checked with tests, a recall eval, and live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THE HABIT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cs typeface="Georgia"/>
                <a:ea typeface="Georgia"/>
                <a:solidFill>
                  <a:srgbClr val="1A221E"/>
                </a:solidFill>
                <a:latin typeface="Georgia"/>
              </a:rPr>
              <a:t>Agents pay to read pages they don’t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00" cy="109728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91440" cy="109728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9047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90472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Whole-file habit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2880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Agents often load an entire document to answer one question. Every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560320"/>
            <a:ext cx="6400800" cy="109728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560320"/>
            <a:ext cx="91440" cy="109728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2491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24912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Most of it is unused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6324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The useful clause might be 2 pages of 100. The other 98 are pure token spend.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794760"/>
            <a:ext cx="6400800" cy="109728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794760"/>
            <a:ext cx="91440" cy="109728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59352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59352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It adds up fast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9768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Every file × every question × every agent × every day. Cost and latency climb together.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325880"/>
            <a:ext cx="4251960" cy="196596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645920"/>
            <a:ext cx="374903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cs typeface="Georgia"/>
                <a:ea typeface="Georgia"/>
                <a:solidFill>
                  <a:srgbClr val="E8F0EB"/>
                </a:solidFill>
                <a:latin typeface="Georgia"/>
              </a:rPr>
              <a:t>$61 → $2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377440"/>
            <a:ext cx="374903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B8D0C4"/>
                </a:solidFill>
                <a:latin typeface="Helvetica"/>
              </a:rPr>
              <a:t>per 1,000 reads of one 100-page document (at $3 per million input tokens; demo cost meter default)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3474720"/>
            <a:ext cx="4251960" cy="196596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3474720"/>
            <a:ext cx="4251960" cy="54864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3794760"/>
            <a:ext cx="374903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cs typeface="Georgia"/>
                <a:ea typeface="Georgia"/>
                <a:solidFill>
                  <a:srgbClr val="1F5C42"/>
                </a:solidFill>
                <a:latin typeface="Georgia"/>
              </a:rPr>
              <a:t>~95%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526280"/>
            <a:ext cx="374903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of file tokens often unused for a single task, across pdf, docx, xlsx, pptx, and images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cs typeface="Georgia"/>
                <a:ea typeface="Georgia"/>
                <a:solidFill>
                  <a:srgbClr val="1A221E"/>
                </a:solidFill>
                <a:latin typeface="Georgia"/>
              </a:rPr>
              <a:t>Who it’s for, and where it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Plain version: who needs this, why we built it, what’s different, and how it sits next to converters.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5303520" cy="201168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5303520" cy="54864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cs typeface="Helvetica"/>
                <a:ea typeface="Helvetica"/>
                <a:solidFill>
                  <a:srgbClr val="1F5C42"/>
                </a:solidFill>
                <a:latin typeface="Helvetica"/>
              </a:rPr>
              <a:t>Who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7548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People building coding and document agents. Cursor, Claude Code, Codex, and internal agent platforms.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303520" cy="201168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5303520" cy="54864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cs typeface="Helvetica"/>
                <a:ea typeface="Helvetica"/>
                <a:solidFill>
                  <a:srgbClr val="1F5C42"/>
                </a:solidFill>
                <a:latin typeface="Helvetica"/>
              </a:rPr>
              <a:t>Why it exists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7548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Whole-file reads are getting expensive. Agents keep reopening the same manuals and reports for different questions.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77639"/>
            <a:ext cx="5303520" cy="201168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51959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cs typeface="Helvetica"/>
                <a:ea typeface="Helvetica"/>
                <a:solidFill>
                  <a:srgbClr val="E8F0EB"/>
                </a:solidFill>
                <a:latin typeface="Helvetica"/>
              </a:rPr>
              <a:t>What’s different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47548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B8D0C4"/>
                </a:solidFill>
                <a:latin typeface="Helvetica"/>
              </a:rPr>
              <a:t>One job. Pick what the agent needs under a hard token budget. Not a full search platform.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77639"/>
            <a:ext cx="5303520" cy="201168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977639"/>
            <a:ext cx="5303520" cy="54864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251959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cs typeface="Helvetica"/>
                <a:ea typeface="Helvetica"/>
                <a:solidFill>
                  <a:srgbClr val="1F5C42"/>
                </a:solidFill>
                <a:latin typeface="Helvetica"/>
              </a:rPr>
              <a:t>Where it 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54879"/>
            <a:ext cx="47548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Converters turn a file into text of the whole thing. We select under a budget and tell you what was left out, so you can pull more if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cs typeface="Georgia"/>
                <a:ea typeface="Georgia"/>
                <a:solidFill>
                  <a:srgbClr val="1A221E"/>
                </a:solidFill>
                <a:latin typeface="Georgia"/>
              </a:rPr>
              <a:t>File in. Useful parts out. Under your budget.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You set the ceiling. The agent gets markdown it can read, plus a list of skipped sections.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2514600" cy="1874519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2514600" cy="54864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Convert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21945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Turn the file into markdown. Cache by content so repeats are cheap.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2377440"/>
            <a:ext cx="146304" cy="36576"/>
          </a:xfrm>
          <a:prstGeom prst="rect">
            <a:avLst/>
          </a:prstGeom>
          <a:solidFill>
            <a:srgbClr val="A8B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554480"/>
            <a:ext cx="2514600" cy="1874519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554480"/>
            <a:ext cx="2514600" cy="54864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73736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5740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68880"/>
            <a:ext cx="21945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Break on headings. Keep tables whole.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24728" y="2377440"/>
            <a:ext cx="146304" cy="36576"/>
          </a:xfrm>
          <a:prstGeom prst="rect">
            <a:avLst/>
          </a:prstGeom>
          <a:solidFill>
            <a:srgbClr val="A8B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554480"/>
            <a:ext cx="2514600" cy="1874519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1554480"/>
            <a:ext cx="2514600" cy="54864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73736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05740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468880"/>
            <a:ext cx="21945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Match sections to the question on your machine. No model call to compile.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22208" y="2377440"/>
            <a:ext cx="146304" cy="36576"/>
          </a:xfrm>
          <a:prstGeom prst="rect">
            <a:avLst/>
          </a:prstGeom>
          <a:solidFill>
            <a:srgbClr val="A8B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1554480"/>
            <a:ext cx="2514600" cy="1874519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1554480"/>
            <a:ext cx="2514600" cy="54864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173736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05740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Pack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468880"/>
            <a:ext cx="21945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Fill the strongest sections first until the question is covered, then stop.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749039"/>
            <a:ext cx="5303520" cy="233172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3749039"/>
            <a:ext cx="91440" cy="233172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023360"/>
            <a:ext cx="4709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Plug in, or try it 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72000"/>
            <a:ext cx="47091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Works with Cursor, Claude Code, Codex, and Claude Desktop. Or use the hosted web demo. Compile needs no API key.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49039"/>
            <a:ext cx="5303520" cy="233172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023360"/>
            <a:ext cx="4709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cs typeface="Helvetica"/>
                <a:ea typeface="Helvetica"/>
                <a:solidFill>
                  <a:srgbClr val="E8F0EB"/>
                </a:solidFill>
                <a:latin typeface="Helvetica"/>
              </a:rPr>
              <a:t>Honest about cuts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572000"/>
            <a:ext cx="47091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B8D0C4"/>
                </a:solidFill>
                <a:latin typeface="Helvetica"/>
              </a:rPr>
              <a:t>Every result lists what was left out. Open a skipped section when you need more of a chapter. Nothing is trimmed in silence.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DEMO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cs typeface="Georgia"/>
                <a:ea typeface="Georgia"/>
                <a:solidFill>
                  <a:srgbClr val="1A221E"/>
                </a:solidFill>
                <a:latin typeface="Georgia"/>
              </a:rPr>
              <a:t>What you actually get 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Real 78-section handbook. One refunds question. Budget 1,200 tokens.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3566160" cy="201168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cs typeface="Georgia"/>
                <a:ea typeface="Georgia"/>
                <a:solidFill>
                  <a:srgbClr val="E8F0EB"/>
                </a:solidFill>
                <a:latin typeface="Georgia"/>
              </a:rPr>
              <a:t>97%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B8D0C4"/>
                </a:solidFill>
                <a:latin typeface="Helvetica"/>
              </a:rPr>
              <a:t>fewer tokens, answer still intact
20,364 → 591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508760"/>
            <a:ext cx="3566160" cy="201168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508760"/>
            <a:ext cx="3566160" cy="54864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8308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cs typeface="Georgia"/>
                <a:ea typeface="Georgia"/>
                <a:solidFill>
                  <a:srgbClr val="1F5C42"/>
                </a:solidFill>
                <a:latin typeface="Georgia"/>
              </a:rPr>
              <a:t>~34×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23160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cheaper per read when conversion is cached; repeats come back fast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5864" y="1508760"/>
            <a:ext cx="3566160" cy="201168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508760"/>
            <a:ext cx="3566160" cy="54864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78308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cs typeface="Georgia"/>
                <a:ea typeface="Georgia"/>
                <a:solidFill>
                  <a:srgbClr val="1F5C42"/>
                </a:solidFill>
                <a:latin typeface="Georgia"/>
              </a:rPr>
              <a:t>Check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423160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Same question from the full file and from the compiled slice. Compare the facts yourself.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94760"/>
            <a:ext cx="10972800" cy="237744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23360"/>
            <a:ext cx="10332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B8D0C4"/>
                </a:solidFill>
                <a:latin typeface="Helvetica"/>
              </a:rPr>
              <a:t>Story: vendor handbook  ·  “How long do refunds take and who approves large ones?”  ·  budget 1,200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10332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cs typeface="Helvetica"/>
                <a:ea typeface="Helvetica"/>
                <a:solidFill>
                  <a:srgbClr val="E8F0EB"/>
                </a:solidFill>
                <a:latin typeface="Helvetica"/>
              </a:rPr>
              <a:t>Whole file: 20,364 tokens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937760"/>
            <a:ext cx="10058400" cy="164592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937760"/>
            <a:ext cx="10058400" cy="164592"/>
          </a:xfrm>
          <a:prstGeom prst="rect">
            <a:avLst/>
          </a:prstGeom>
          <a:solidFill>
            <a:srgbClr val="9AA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57800"/>
            <a:ext cx="10332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cs typeface="Helvetica"/>
                <a:ea typeface="Helvetica"/>
                <a:solidFill>
                  <a:srgbClr val="E8F0EB"/>
                </a:solidFill>
                <a:latin typeface="Helvetica"/>
              </a:rPr>
              <a:t>Compiled: 591 tokens  ·  answer intact  ·  list of skipped sections included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623560"/>
            <a:ext cx="10058400" cy="164592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623560"/>
            <a:ext cx="329184" cy="164592"/>
          </a:xfrm>
          <a:prstGeom prst="rect">
            <a:avLst/>
          </a:prstGeom>
          <a:solidFill>
            <a:srgbClr val="8FC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4864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cs typeface="Georgia"/>
                <a:ea typeface="Georgia"/>
                <a:solidFill>
                  <a:srgbClr val="1A221E"/>
                </a:solidFill>
                <a:latin typeface="Georgia"/>
              </a:rPr>
              <a:t>What’s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00" cy="96012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1440" cy="96012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Clearer paraphrase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91640"/>
            <a:ext cx="5303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Local embeddings next. Query cleanup and offline recall eval already shipped.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6400800" cy="96012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31720"/>
            <a:ext cx="91440" cy="96012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6888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Whole folders, not one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88920"/>
            <a:ext cx="5303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Compile across a folder. Shared conversion cache for teams.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429000"/>
            <a:ext cx="6400800" cy="96012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429000"/>
            <a:ext cx="91440" cy="96012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6616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Video and 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86200"/>
            <a:ext cx="5303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Transcribe into the same pipeline.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526280"/>
            <a:ext cx="6400800" cy="960120"/>
          </a:xfrm>
          <a:prstGeom prst="rect">
            <a:avLst/>
          </a:prstGeom>
          <a:solidFill>
            <a:srgbClr val="F3F6F4"/>
          </a:solidFill>
          <a:ln w="12700">
            <a:solidFill>
              <a:srgbClr val="C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526280"/>
            <a:ext cx="91440" cy="96012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cs typeface="Menlo"/>
                <a:ea typeface="Menlo"/>
                <a:solidFill>
                  <a:srgbClr val="1F5C42"/>
                </a:solidFill>
                <a:latin typeface="Menl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66344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cs typeface="Helvetica"/>
                <a:ea typeface="Helvetica"/>
                <a:solidFill>
                  <a:srgbClr val="1A221E"/>
                </a:solidFill>
                <a:latin typeface="Helvetica"/>
              </a:rPr>
              <a:t>One-command install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983480"/>
            <a:ext cx="5303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4A5850"/>
                </a:solidFill>
                <a:latin typeface="Helvetica"/>
              </a:rPr>
              <a:t>Quick setup for any agent client that speaks the same protocol.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1234440"/>
            <a:ext cx="4251960" cy="4846320"/>
          </a:xfrm>
          <a:prstGeom prst="rect">
            <a:avLst/>
          </a:prstGeom>
          <a:solidFill>
            <a:srgbClr val="1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155448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cs typeface="Georgia"/>
                <a:ea typeface="Georgia"/>
                <a:solidFill>
                  <a:srgbClr val="E8F0EB"/>
                </a:solidFill>
                <a:latin typeface="Georgia"/>
              </a:rPr>
              <a:t>Try it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194560"/>
            <a:ext cx="36576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cs typeface="Helvetica"/>
                <a:ea typeface="Helvetica"/>
                <a:solidFill>
                  <a:srgbClr val="B8D0C4"/>
                </a:solidFill>
                <a:latin typeface="Helvetica"/>
              </a:rPr>
              <a:t>context-compiler.onrender.com
Docker or Render from this repo
github.com/shenba1712/context-compiler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794760"/>
            <a:ext cx="3657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cs typeface="Helvetica"/>
                <a:ea typeface="Helvetica"/>
                <a:solidFill>
                  <a:srgbClr val="E8F0EB"/>
                </a:solidFill>
                <a:latin typeface="Helvetica"/>
              </a:rPr>
              <a:t>Open the demo, or wire it into Cursor, Claude Code, or Codex. Check the answer on a real doc.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029200"/>
            <a:ext cx="3657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cs typeface="Helvetica"/>
                <a:ea typeface="Helvetica"/>
                <a:solidFill>
                  <a:srgbClr val="8FCEB0"/>
                </a:solidFill>
                <a:latin typeface="Helvetica"/>
              </a:rPr>
              <a:t>Stop paying for pages your agent doesn’t read.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