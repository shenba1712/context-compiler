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6217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Context </a:t>
            </a:r>
            <a:r>
              <a:rPr sz="44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6217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cs typeface="Menlo"/>
                <a:ea typeface="Menlo"/>
                <a:solidFill>
                  <a:srgbClr val="1F5C42"/>
                </a:solidFill>
                <a:latin typeface="Menlo"/>
              </a:rPr>
              <a:t>MCP · LOCAL BM25 · NO KEY FOR COMPILE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035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Same answer. 3% of the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5852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Task-aware compile under a hard token budget — coverage-first packing, omit honesty, MCP or the hosted web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cs typeface="Menlo"/>
                <a:ea typeface="Menlo"/>
                <a:solidFill>
                  <a:srgbClr val="5C6B62"/>
                </a:solidFill>
                <a:latin typeface="Menlo"/>
              </a:rPr>
              <a:t>OpenAI × NamasteDev Codex Hackathon · July 2026 · solo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0920" y="1554480"/>
            <a:ext cx="4160520" cy="365760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7830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cs typeface="Menlo"/>
                <a:ea typeface="Menlo"/>
                <a:solidFill>
                  <a:srgbClr val="B8D0C4"/>
                </a:solidFill>
                <a:latin typeface="Menlo"/>
              </a:rPr>
              <a:t>vendor_handbook.docx · one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28600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Whole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286000"/>
            <a:ext cx="15544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Menlo"/>
                <a:ea typeface="Menlo"/>
                <a:solidFill>
                  <a:srgbClr val="E8F0EB"/>
                </a:solidFill>
                <a:latin typeface="Menlo"/>
              </a:rPr>
              <a:t>20,364 tokens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606040"/>
            <a:ext cx="3611880" cy="128016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2606040"/>
            <a:ext cx="3611880" cy="128016"/>
          </a:xfrm>
          <a:prstGeom prst="rect">
            <a:avLst/>
          </a:prstGeom>
          <a:solidFill>
            <a:srgbClr val="9AA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017520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Compiled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017520"/>
            <a:ext cx="15544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Menlo"/>
                <a:ea typeface="Menlo"/>
                <a:solidFill>
                  <a:srgbClr val="E8F0EB"/>
                </a:solidFill>
                <a:latin typeface="Menlo"/>
              </a:rPr>
              <a:t>591 tokens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337560"/>
            <a:ext cx="3611880" cy="128016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3337560"/>
            <a:ext cx="146304" cy="128016"/>
          </a:xfrm>
          <a:prstGeom prst="rect">
            <a:avLst/>
          </a:prstGeom>
          <a:solidFill>
            <a:srgbClr val="8FC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3794760"/>
            <a:ext cx="36576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97% fewer tokens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B8D0C4"/>
                </a:solidFill>
                <a:latin typeface="Helvetica"/>
              </a:rPr>
              <a:t>Same facts. Every read.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000" b="0">
                <a:cs typeface="Menlo"/>
                <a:ea typeface="Menlo"/>
                <a:solidFill>
                  <a:srgbClr val="B8D0C4"/>
                </a:solidFill>
                <a:latin typeface="Menlo"/>
              </a:rPr>
              <a:t>verified: unit tests + recall eval + live runs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Agents pay to read pages they don’t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73152" cy="100584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80160"/>
            <a:ext cx="5669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Whole-file 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5669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Agents convert and ingest entire documents to answer a single question — every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73152" cy="100584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5669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95%+ never touches the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5669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The relevant clause is 2 pages of 100. The other 98 are pure token spend.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23360"/>
            <a:ext cx="73152" cy="100584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5669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And it compounds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5669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Every file × every question × every agent × every day. Context windows fill, latency and cost climb.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280160"/>
            <a:ext cx="4206240" cy="19659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1280160"/>
            <a:ext cx="420624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600200"/>
            <a:ext cx="3657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$61 → $2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331720"/>
            <a:ext cx="3657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per 1,000 reads of one 100-page document (at $3/Mtok input — demo cost meter default)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474720"/>
            <a:ext cx="4206240" cy="19659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3474720"/>
            <a:ext cx="420624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3794760"/>
            <a:ext cx="3657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526280"/>
            <a:ext cx="3657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of file tokens are wasted per task — across pdf, docx, xlsx, pptx, images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Who buys, why now, where we wedge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5303520" cy="21945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30352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Who buys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Teams wiring coding and document agents — Cursor, Claude Code, Codex, and internal agent platforms.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280160"/>
            <a:ext cx="5303520" cy="21945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80160"/>
            <a:ext cx="530352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Why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47548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MCP is the distribution rail. Context windows + $/Mtok make whole-file reads expensive. Agents re-read the same docs across tasks.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94760"/>
            <a:ext cx="5303520" cy="21945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530352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754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Wedge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47548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A task-budgeted file prep layer — not a full RAG platform. One job: select what the agent needs under a hard token budget.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794760"/>
            <a:ext cx="5303520" cy="219456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0352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114800"/>
            <a:ext cx="47548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F5C42"/>
                </a:solidFill>
                <a:latin typeface="Helvetica"/>
              </a:rPr>
              <a:t>Vs converters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617720"/>
            <a:ext cx="47548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Converters: format-in → whole-file-out. We select under budget and return a recoverable omitted-sections manifest.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cs typeface="Menlo"/>
                <a:ea typeface="Menlo"/>
                <a:solidFill>
                  <a:srgbClr val="1A221E"/>
                </a:solidFill>
                <a:latin typeface="Menlo"/>
              </a:rPr>
              <a:t>compile_context(file, task, budget)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One tool call in — guaranteed-size, task-relevant markdown 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2468880" cy="15544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246888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1 · Convert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9456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markitdown + content-hash cache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2194560"/>
            <a:ext cx="164592" cy="36576"/>
          </a:xfrm>
          <a:prstGeom prst="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0128" y="1508760"/>
            <a:ext cx="2468880" cy="15544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508760"/>
            <a:ext cx="246888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7373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2 · Chunk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19456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heading-aware; tables never split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7296" y="2194560"/>
            <a:ext cx="164592" cy="36576"/>
          </a:xfrm>
          <a:prstGeom prst="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0176" y="1508760"/>
            <a:ext cx="2468880" cy="15544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80176" y="1508760"/>
            <a:ext cx="246888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7373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3 · 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219456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BM25 + query cleanup — local, no LLM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67344" y="2194560"/>
            <a:ext cx="164592" cy="36576"/>
          </a:xfrm>
          <a:prstGeom prst="rect">
            <a:avLst/>
          </a:prstGeom>
          <a:solidFill>
            <a:srgbClr val="A8B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50224" y="1508760"/>
            <a:ext cx="2468880" cy="15544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50224" y="1508760"/>
            <a:ext cx="246888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14816" y="17373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cs typeface="Menlo"/>
                <a:ea typeface="Menlo"/>
                <a:solidFill>
                  <a:srgbClr val="1F5C42"/>
                </a:solidFill>
                <a:latin typeface="Menlo"/>
              </a:rPr>
              <a:t>4 · Pack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4816" y="219456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coverage-first under budget; content before manifest; relevance floor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520440"/>
            <a:ext cx="5303520" cy="260604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520440"/>
            <a:ext cx="91440" cy="260604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794760"/>
            <a:ext cx="46634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MCP + web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97680"/>
            <a:ext cx="46634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Two tools: compile_context + expand_section. Cursor, Claude Code, Codex, Claude Desktop — plus the hosted demo. No API key for compile.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520440"/>
            <a:ext cx="5303520" cy="260604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3520440"/>
            <a:ext cx="91440" cy="260604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3794760"/>
            <a:ext cx="46634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Omit honesty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297680"/>
            <a:ext cx="46634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Every response ends with an omitted-sections manifest. Fetch any section by id via expand_section. Trimming is never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Measured, not promised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520440" cy="214884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352044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97.1%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31546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token reduction on a real 78-section docx, answer intact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280160"/>
            <a:ext cx="3520440" cy="214884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280160"/>
            <a:ext cx="352044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34×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31546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cheaper per read — cached, so repeat reads are instant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520440" cy="214884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520440" cy="45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60020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cs typeface="Georgia"/>
                <a:ea typeface="Georgia"/>
                <a:solidFill>
                  <a:srgbClr val="1F5C42"/>
                </a:solidFill>
                <a:latin typeface="Georgia"/>
              </a:rPr>
              <a:t>Parity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1546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Full file vs compile (+ Include in Prove) — dual buttons; not an Agent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10881360" cy="233172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10241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Menlo"/>
                <a:ea typeface="Menlo"/>
                <a:solidFill>
                  <a:srgbClr val="B8D0C4"/>
                </a:solidFill>
                <a:latin typeface="Menlo"/>
              </a:rPr>
              <a:t>vendor_handbook.docx · “How long do refunds take and who approves large ones?” · budget 1,200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10241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Whole file — 20,364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892040"/>
            <a:ext cx="9875520" cy="146304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892040"/>
            <a:ext cx="9875520" cy="146304"/>
          </a:xfrm>
          <a:prstGeom prst="rect">
            <a:avLst/>
          </a:prstGeom>
          <a:solidFill>
            <a:srgbClr val="9AA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10241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Compiled — 591 tokens · answer intact · verified by test suite + recall eval + MCP 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32120"/>
            <a:ext cx="9875520" cy="146304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5532120"/>
            <a:ext cx="320040" cy="146304"/>
          </a:xfrm>
          <a:prstGeom prst="rect">
            <a:avLst/>
          </a:prstGeom>
          <a:solidFill>
            <a:srgbClr val="8FC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cs typeface="Georgia"/>
                <a:ea typeface="Georgia"/>
                <a:solidFill>
                  <a:srgbClr val="1A221E"/>
                </a:solidFill>
                <a:latin typeface="Georgia"/>
              </a:rPr>
              <a:t>What’s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73152" cy="82296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5760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Local embeddings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5760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Query cleanup + offline recall eval shipped; local embeddings next for paraphrase.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73152" cy="82296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5760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Multi-file corpora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760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Compile across folders; shared conversion-cache gateway for teams.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37560"/>
            <a:ext cx="73152" cy="82296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760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Video &amp;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57600"/>
            <a:ext cx="5760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Transcription into the same pipeline (cut for scope, not feasibility).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89120"/>
            <a:ext cx="73152" cy="82296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389120"/>
            <a:ext cx="5760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cs typeface="Helvetica"/>
                <a:ea typeface="Helvetica"/>
                <a:solidFill>
                  <a:srgbClr val="1A221E"/>
                </a:solidFill>
                <a:latin typeface="Helvetica"/>
              </a:rPr>
              <a:t>npx context-compiler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57607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cs typeface="Helvetica"/>
                <a:ea typeface="Helvetica"/>
                <a:solidFill>
                  <a:srgbClr val="4A5850"/>
                </a:solidFill>
                <a:latin typeface="Helvetica"/>
              </a:rPr>
              <a:t>One-command install for any MCP client.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234440"/>
            <a:ext cx="4206240" cy="4754880"/>
          </a:xfrm>
          <a:prstGeom prst="rect">
            <a:avLst/>
          </a:prstGeom>
          <a:solidFill>
            <a:srgbClr val="1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1600200"/>
            <a:ext cx="3657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cs typeface="Georgia"/>
                <a:ea typeface="Georgia"/>
                <a:solidFill>
                  <a:srgbClr val="E8F0EB"/>
                </a:solidFill>
                <a:latin typeface="Georgia"/>
              </a:rPr>
              <a:t>Try it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194560"/>
            <a:ext cx="3657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cs typeface="Menlo"/>
                <a:ea typeface="Menlo"/>
                <a:solidFill>
                  <a:srgbClr val="B8D0C4"/>
                </a:solidFill>
                <a:latin typeface="Menlo"/>
              </a:rPr>
              <a:t>demo:  context-compiler.onrender.com
       Docker / Render deploy of this repo
repo:  github.com/shenba1712/context-compiler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520440"/>
            <a:ext cx="3657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cs typeface="Helvetica"/>
                <a:ea typeface="Helvetica"/>
                <a:solidFill>
                  <a:srgbClr val="E8F0EB"/>
                </a:solidFill>
                <a:latin typeface="Helvetica"/>
              </a:rPr>
              <a:t>Live demo + MCP in Cursor / Claude Code / Codex. Same two tools; prove answer parity on a real doc.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937760"/>
            <a:ext cx="3657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cs typeface="Helvetica"/>
                <a:ea typeface="Helvetica"/>
                <a:solidFill>
                  <a:srgbClr val="8FCEB0"/>
                </a:solidFill>
                <a:latin typeface="Helvetica"/>
              </a:rPr>
              <a:t>Stop paying for pages your agent doesn’t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