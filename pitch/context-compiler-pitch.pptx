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read files to do work. Every read costs tokens. Context Compiler returns only what the task needs, under a hard budget. Demo numbers on the right are measured, not projected.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is invisible because it's distributed: no single read is expensive, but agent workflows re-read files constantly. The math on the right is one document, one thousand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ADRs: BM25 default because it's deterministic, offline and free — privacy is a feature; the file never leaves the machine unless rerank is enabled. Tables are atomic because trimming a row silently changes answers. Budget is enforced on the assembled output including the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came out of the repo's test runs: chunking, budget enforcement, cache hits, MCP handshake, and the docx integration test. The parity panel is live in the demo — judges can break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converters are commodities and we deliberately build on them. The moat attempt is the packaging — task + budget in, guaranteed-size context out — and MCP-native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If asked about the video cut: it's a scope decision documented in the README — audio-track transcription slots into the same convert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Compiler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answer. 3% of the tokens.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task-aware, token-budgeted context layer for AI agents — plug in via MCP or the hosted demo.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06640" y="196596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100-page document, one question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0960" y="25603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87171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— 20,364 tokens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0" y="3246120"/>
            <a:ext cx="411480" cy="457200"/>
          </a:xfrm>
          <a:prstGeom prst="roundRect">
            <a:avLst>
              <a:gd name="adj" fmla="val 11111"/>
            </a:avLst>
          </a:prstGeom>
          <a:solidFill>
            <a:srgbClr val="4ADE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3246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— 591 tokens (97% less)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unit tests + live runs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× NamasteDev Codex Hackathon · July 2026 · solo build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pay to read pages they don't need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720901"/>
            <a:ext cx="261518" cy="2615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270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Whole-file reads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17320" y="19019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convert and ingest entire documents to answer a single question — every time.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971800"/>
            <a:ext cx="502920" cy="50292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092501"/>
            <a:ext cx="261518" cy="2615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8986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95%+ never touches the answer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17320" y="32735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clause is 2 pages of 100. The other 98 are pure token spend.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4343400"/>
            <a:ext cx="502920" cy="50292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46410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702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compounds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17320" y="46451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× every question × every agent × every day. Context windows fill, latency and cost climb.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223760" y="1600200"/>
            <a:ext cx="4297680" cy="1920240"/>
          </a:xfrm>
          <a:prstGeom prst="roundRect">
            <a:avLst>
              <a:gd name="adj" fmla="val 3810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498080" y="18288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$61 </a:t>
            </a:r>
            <a:pPr algn="ctr" indent="0" marL="0">
              <a:buNone/>
            </a:pPr>
            <a:r>
              <a:rPr lang="en-US" sz="4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7498080" y="26060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reads of one 100-page document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(Claude Sonnet input, $3/Mtok)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223760" y="3794760"/>
            <a:ext cx="4297680" cy="1920240"/>
          </a:xfrm>
          <a:prstGeom prst="roundRect">
            <a:avLst>
              <a:gd name="adj" fmla="val 3810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498080" y="40233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4400" dirty="0"/>
          </a:p>
        </p:txBody>
      </p:sp>
      <p:sp>
        <p:nvSpPr>
          <p:cNvPr id="20" name="Text 15"/>
          <p:cNvSpPr/>
          <p:nvPr/>
        </p:nvSpPr>
        <p:spPr>
          <a:xfrm>
            <a:off x="7498080" y="48006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file tokens are wasted per task 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pdf, docx, xlsx, pptx, images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compile_context(file, task, budget)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call in — guaranteed-size, task-relevant markdown out.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markitdown subprocess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content-hash cache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0896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7472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5760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heading-aware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never split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baseline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Claude Haiku rerank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7824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4400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fill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enforced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690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1788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55448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any agent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554480" y="4480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with two tools: compile_context + expand_section. Two lines of config in Claude Desktop, Claude Code, or Cursor. Web demo for everyone else.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30936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83680" y="4069080"/>
            <a:ext cx="457200" cy="45720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4178808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22376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recall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223760" y="4480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ends with a manifest of omitted sections — the agent always knows what it didn't see, and can fetch any section by id. Trimming is transparent, never silent.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promised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6012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reduction on a real 78-section docx, answer intact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34×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per read — and cached, so repeat reads are instant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36676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answers from full file vs compiled context, side by side in the demo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10972800" cy="2057400"/>
          </a:xfrm>
          <a:prstGeom prst="roundRect">
            <a:avLst>
              <a:gd name="adj" fmla="val 355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605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vendor_handbook.docx · “How long do refunds take and who approves large ones?” · budget 1,200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617720"/>
            <a:ext cx="9966960" cy="457200"/>
          </a:xfrm>
          <a:prstGeom prst="roundRect">
            <a:avLst>
              <a:gd name="adj" fmla="val 10000"/>
            </a:avLst>
          </a:prstGeom>
          <a:solidFill>
            <a:srgbClr val="F8717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— 20,364 tokens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5257800"/>
            <a:ext cx="320040" cy="457200"/>
          </a:xfrm>
          <a:prstGeom prst="roundRect">
            <a:avLst>
              <a:gd name="adj" fmla="val 14286"/>
            </a:avLst>
          </a:prstGeom>
          <a:solidFill>
            <a:srgbClr val="4ADE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71600" y="5257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— 591 tokens · answer intact · verified by test suite + MCP integration run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converter — the layer above them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converters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MarkItDown · Docling · LlamaParse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in → all of it out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cost unchanged — the model still reads everything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notion of the task or a budget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Compiler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converters underneath — rides their improvements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Task-aware: returns only sections that matter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token budget, enforced on real output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manifest + expand_section escape hatch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it: </a:t>
            </a:r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wiring agents to documents. The MCP ecosystem — Claude, Cursor, Windsurf, and growing — is the distribution rail: adoption is one config entry, not a new workflow.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recall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1847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embeddings next to BM25 for paraphrased questions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0720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651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corpora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990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across folders; shared conversion-cache gateway for teams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5020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794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&amp; audio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4133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into the same pipeline (deliberately cut for scope, not feasibility)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93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937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context-compiler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5276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install for any MCP client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7223760" y="1554480"/>
            <a:ext cx="4297680" cy="4160520"/>
          </a:xfrm>
          <a:prstGeom prst="roundRect">
            <a:avLst>
              <a:gd name="adj" fmla="val 175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498080" y="1783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7498080" y="2286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 &lt;hosted URL&gt;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repo:  github.com/&lt;you&gt;/context-compiler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498080" y="32461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document, ask a question, drag the budget slider — then click “Prove answer parity” and watch Claude give the same answer from 3% of the tokens.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498080" y="4846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paying for pages your agent doesn't read.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2026-07-16T22:08:29Z</dcterms:created>
  <dcterms:modified xsi:type="dcterms:W3CDTF">2026-07-16T22:08:29Z</dcterms:modified>
</cp:coreProperties>
</file>